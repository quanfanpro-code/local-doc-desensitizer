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731520"/>
            <a:ext cx="3108960" cy="3108960"/>
          </a:xfrm>
          <a:prstGeom prst="ellipse">
            <a:avLst/>
          </a:prstGeom>
          <a:solidFill>
            <a:srgbClr val="4C51B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63B3ED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8229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🔒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本地文档脱敏工具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把文档里的敏感信息一键换成代号，还能随时换回来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26080" y="3977640"/>
            <a:ext cx="3291840" cy="502920"/>
          </a:xfrm>
          <a:prstGeom prst="rect">
            <a:avLst>
              <a:gd name="adj" fmla="val 363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一看就会的使用说明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🧐 这是什么？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它就像一个「打码机器」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1965960"/>
          </a:xfrm>
          <a:prstGeom prst="roundRect">
            <a:avLst>
              <a:gd name="adj" fmla="val 5581"/>
            </a:avLst>
          </a:prstGeom>
          <a:solidFill>
            <a:srgbClr val="EBF4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张三  13812345678  某某公司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[人物1]  [手机号1]  [公司1]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名字、电话、公司名、身份证号……统统换成代号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换完会送你一本「密码本」（映射表文件），拿着它随时能还原回原文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7863840" cy="548640"/>
          </a:xfrm>
          <a:prstGeom prst="roundRect">
            <a:avLst>
              <a:gd name="adj" fmla="val 20000"/>
            </a:avLst>
          </a:prstGeom>
          <a:solidFill>
            <a:srgbClr val="F0FFF4"/>
          </a:solidFill>
          <a:ln w="19050">
            <a:solidFill>
              <a:srgbClr val="48B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434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零设置、零安装：什么都不用配，双击打开就能用（处理时需要联网）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94360" cy="5943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打开程序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7863840" cy="2103120"/>
          </a:xfrm>
          <a:prstGeom prst="roundRect">
            <a:avLst>
              <a:gd name="adj" fmla="val 5217"/>
            </a:avLst>
          </a:prstGeom>
          <a:solidFill>
            <a:srgbClr val="EBF4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🖱️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双击那个 exe 文件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不用安装，双击就开（第一次打开可能要等十几秒）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7863840" cy="1005840"/>
          </a:xfrm>
          <a:prstGeom prst="roundRect">
            <a:avLst>
              <a:gd name="adj" fmla="val 10909"/>
            </a:avLst>
          </a:prstGeom>
          <a:solidFill>
            <a:srgbClr val="FFFAF0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490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如果打不开：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可能弹蓝色提示框，点「仍要运行」就行。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这是因为它不是应用商店下载的，属于正常现象。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脱敏（把敏感信息换成代号）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99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点「选择文件」或「选择文件夹」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把要处理的文档选进来，可以一次选整个文件夹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（可跳过）点「选择目录」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指定结果放哪；不选就放在原文件旁边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点「开始脱敏」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看下面的日志滚动，等它跑完就好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脱敏后得到什么？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7863840" cy="1737360"/>
          </a:xfrm>
          <a:prstGeom prst="roundRect">
            <a:avLst>
              <a:gd name="adj" fmla="val 6316"/>
            </a:avLst>
          </a:prstGeom>
          <a:solidFill>
            <a:srgbClr val="EBF4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合同.docx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⬇️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合同_脱敏.docx　</a:t>
            </a:r>
            <a:pPr algn="ctr" indent="0" marL="0">
              <a:buNone/>
            </a:pPr>
            <a:r>
              <a:rPr lang="en-US" sz="17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合同_脱敏映射表.json　</a:t>
            </a:r>
            <a:pPr algn="ctr" indent="0" marL="0">
              <a:buNone/>
            </a:pPr>
            <a:r>
              <a:rPr lang="en-US" sz="1700" b="1" dirty="0">
                <a:solidFill>
                  <a:srgbClr val="2F85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合同_脱敏.md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脱敏后的文件格式和原来一模一样，可以直接用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7863840" cy="1143000"/>
          </a:xfrm>
          <a:prstGeom prst="roundRect">
            <a:avLst>
              <a:gd name="adj" fmla="val 9600"/>
            </a:avLst>
          </a:prstGeom>
          <a:solidFill>
            <a:srgbClr val="FFFAF0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08960"/>
            <a:ext cx="7498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「映射表」就是密码本！千万别删、别改名、别乱发
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丢了它，脱敏后的文件就永远还原不回来了。建议单独备份一份。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支持：.txt　.md　.docx　.xlsx　.pptx　.pdf（旧版 .doc/.xls/.ppt 要先另存为新格式）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94360" cy="59436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34440" y="320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还原（把代号换回原文）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99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399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两个文件放同一个文件夹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「xxx_脱敏.docx」和它的「xxx_脱敏映射表.json」放一起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42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286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在程序里选中「xxx_脱敏」文件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程序会自动找到旁边的映射表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7FAFC"/>
          </a:solidFill>
          <a:ln w="25400">
            <a:solidFill>
              <a:srgbClr val="63B3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63B3ED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429000"/>
            <a:ext cx="7040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点「开始还原」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得到「xxx_脱敏_还原.docx」，内容和原文一模一样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三个重要提醒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AF0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23444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脱敏后自己再翻一遍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机器认名字不是 100% 准，可能漏几个，发出去之前务必检查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AF0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697480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重要文件先备份原件再处理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好习惯，不亏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AF0"/>
          </a:solidFill>
          <a:ln w="19050">
            <a:solidFill>
              <a:srgbClr val="ED89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61188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图片里的字认不出来
</a:t>
            </a:r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扫描版 PDF 只会输出一个 .md 纯文本版，不会生成新的 PDF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常见问题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问：能一次处理一整个文件夹吗？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答：能。选文件夹，勾上「包含子文件夹」就行。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问：处理到一半想停怎么办？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答：点「取消处理」，已经处理完的文件不受影响。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0545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0545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问：要联网吗？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答：要。识别人名、公司名用的是在线服务，请保持网络畅通。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5526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5526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问：映射表丢了怎么办？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答：那个文件就还原不了了。处理完先把映射表备份好。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00507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0507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问：大文件要等多久？
</a:t>
            </a:r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答：几百页的大文档可能要几分钟，看日志进度，耐心等。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4C51BF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2026-09-04T08:11:13Z</dcterms:created>
  <dcterms:modified xsi:type="dcterms:W3CDTF">2026-09-04T08:11:13Z</dcterms:modified>
</cp:coreProperties>
</file>